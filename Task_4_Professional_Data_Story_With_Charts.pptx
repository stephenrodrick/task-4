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Old Layout</c:v>
                </c:pt>
                <c:pt idx="1">
                  <c:v>New Layout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</c:v>
                </c:pt>
                <c:pt idx="1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7-4117-B3E5-AA7152C3B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Conversions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Old Layout</c:v>
                </c:pt>
                <c:pt idx="1">
                  <c:v>New Layout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</c:v>
                </c:pt>
                <c:pt idx="1">
                  <c:v>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6C-43BF-8389-B92E38AC5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6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0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4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8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7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6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7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54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0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0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99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05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82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8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4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Driving Business Decisions Through Data &amp;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2942" y="4808720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Task 4 – Final Stakeholder Presentation</a:t>
            </a:r>
          </a:p>
          <a:p>
            <a:r>
              <a:rPr dirty="0"/>
              <a:t>Hypothesis Testing, Insights &amp; Business Impact</a:t>
            </a:r>
          </a:p>
          <a:p>
            <a:endParaRPr dirty="0"/>
          </a:p>
          <a:p>
            <a:r>
              <a:rPr dirty="0"/>
              <a:t>Prepared by: Stephen Rodrick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Website conversion rate below industry benchmark</a:t>
            </a:r>
          </a:p>
          <a:p>
            <a:r>
              <a:t>• User drop-offs observed during checkout</a:t>
            </a:r>
          </a:p>
          <a:p>
            <a:r>
              <a:t>• Business needed validation before scaling UI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 impact of new website layout</a:t>
            </a:r>
          </a:p>
          <a:p>
            <a:r>
              <a:t>• Validate improvement statistically</a:t>
            </a:r>
          </a:p>
          <a:p>
            <a:r>
              <a:t>• Support leadership decision-making with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 Hypothesis (H₀): New layout has no impact on conversion rate</a:t>
            </a:r>
          </a:p>
          <a:p>
            <a:endParaRPr/>
          </a:p>
          <a:p>
            <a:r>
              <a:t>Alternative Hypothesis (H₁): New layout significantly improves conversion rate</a:t>
            </a:r>
          </a:p>
          <a:p>
            <a:endParaRPr/>
          </a:p>
          <a:p>
            <a:r>
              <a:t>Confidence Level: 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Size: 20,000 user sessions</a:t>
            </a:r>
          </a:p>
          <a:p>
            <a:r>
              <a:t>• Groups: Control (Old Layout) vs Test (New Layout)</a:t>
            </a:r>
          </a:p>
          <a:p>
            <a:r>
              <a:t>• Metric: Conversion Rate</a:t>
            </a:r>
          </a:p>
          <a:p>
            <a:r>
              <a:t>• Time Period: 30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Rate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Testing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 Used: Chi-Square Test for proportions</a:t>
            </a:r>
          </a:p>
          <a:p>
            <a:r>
              <a:t>• Suitable for comparing conversion rates</a:t>
            </a:r>
          </a:p>
          <a:p>
            <a:r>
              <a:t>• Significance Level (α): 0.05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Conversion Counts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Conversion Rate Increase: +12.5%</a:t>
            </a:r>
          </a:p>
          <a:p>
            <a:r>
              <a:t>• p-value: 0.02 (&lt; 0.05)</a:t>
            </a:r>
          </a:p>
          <a:p>
            <a:r>
              <a:t>• Result: Statistically Significant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Improvement unlikely due to chance</a:t>
            </a:r>
          </a:p>
          <a:p>
            <a:r>
              <a:t>• New layout positively impacts user behavior</a:t>
            </a:r>
          </a:p>
          <a:p>
            <a:r>
              <a:t>• Insight is reliable and scalable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conversion → increased revenue</a:t>
            </a:r>
          </a:p>
          <a:p>
            <a:r>
              <a:t>• Improved customer experience</a:t>
            </a:r>
          </a:p>
          <a:p>
            <a:r>
              <a:t>• Better ROI on marketing spend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Roll out new layout to all users</a:t>
            </a:r>
          </a:p>
          <a:p>
            <a:r>
              <a:t>• Track KPIs monthly</a:t>
            </a:r>
          </a:p>
          <a:p>
            <a:r>
              <a:t>• Run further A/B tests for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Hypothesis validated using statistical testing</a:t>
            </a:r>
          </a:p>
          <a:p>
            <a:r>
              <a:t>• Data-driven decision supports growth</a:t>
            </a:r>
          </a:p>
          <a:p>
            <a:r>
              <a:t>• Strong case for implementation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276</Words>
  <Application>Microsoft Office PowerPoint</Application>
  <PresentationFormat>On-screen Show (4:3)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Driving Business Decisions Through Data &amp; Statistics</vt:lpstr>
      <vt:lpstr>Business Problem</vt:lpstr>
      <vt:lpstr>Objective of the Analysis</vt:lpstr>
      <vt:lpstr>Hypothesis Formulation</vt:lpstr>
      <vt:lpstr>Data Overview</vt:lpstr>
      <vt:lpstr>Conversion Rate Comparison</vt:lpstr>
      <vt:lpstr>Statistical Testing Method</vt:lpstr>
      <vt:lpstr>User Conversion Counts</vt:lpstr>
      <vt:lpstr>Statistical Results</vt:lpstr>
      <vt:lpstr>Business Interpretation</vt:lpstr>
      <vt:lpstr>Business Impact</vt:lpstr>
      <vt:lpstr>Recommendations &amp; Call to Action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rodrick</cp:lastModifiedBy>
  <cp:revision>2</cp:revision>
  <dcterms:created xsi:type="dcterms:W3CDTF">2013-01-27T09:14:16Z</dcterms:created>
  <dcterms:modified xsi:type="dcterms:W3CDTF">2025-12-27T06:54:18Z</dcterms:modified>
  <cp:category/>
</cp:coreProperties>
</file>